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pdf" ContentType="application/pd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72" r:id="rId3"/>
    <p:sldId id="399" r:id="rId4"/>
    <p:sldId id="464" r:id="rId5"/>
    <p:sldId id="473" r:id="rId6"/>
    <p:sldId id="474" r:id="rId7"/>
    <p:sldId id="475" r:id="rId8"/>
    <p:sldId id="476" r:id="rId9"/>
    <p:sldId id="480" r:id="rId10"/>
    <p:sldId id="477" r:id="rId11"/>
    <p:sldId id="478" r:id="rId12"/>
    <p:sldId id="479" r:id="rId13"/>
    <p:sldId id="481" r:id="rId14"/>
    <p:sldId id="482" r:id="rId15"/>
    <p:sldId id="483" r:id="rId16"/>
    <p:sldId id="484" r:id="rId17"/>
    <p:sldId id="485" r:id="rId18"/>
    <p:sldId id="486" r:id="rId19"/>
    <p:sldId id="487" r:id="rId20"/>
    <p:sldId id="488" r:id="rId21"/>
    <p:sldId id="489" r:id="rId22"/>
    <p:sldId id="490" r:id="rId23"/>
    <p:sldId id="491" r:id="rId24"/>
    <p:sldId id="492" r:id="rId25"/>
    <p:sldId id="493" r:id="rId26"/>
    <p:sldId id="494" r:id="rId27"/>
    <p:sldId id="495" r:id="rId28"/>
    <p:sldId id="496" r:id="rId29"/>
    <p:sldId id="497" r:id="rId30"/>
    <p:sldId id="49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7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6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5.pdf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" y="0"/>
            <a:ext cx="1220498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2475" y="2383100"/>
            <a:ext cx="11389338" cy="905057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>
              <a:lnSpc>
                <a:spcPts val="2656"/>
              </a:lnSpc>
              <a:defRPr lang="en-GB" sz="3600" b="1" kern="1200" baseline="0" noProof="0" dirty="0" smtClean="0">
                <a:solidFill>
                  <a:schemeClr val="bg1"/>
                </a:solidFill>
                <a:latin typeface="Trebuchet MS" panose="020B0603020202020204" pitchFamily="34" charset="0"/>
                <a:ea typeface="ＭＳ Ｐゴシック" pitchFamily="34" charset="-128"/>
                <a:cs typeface="+mj-cs"/>
              </a:defRPr>
            </a:lvl1pPr>
          </a:lstStyle>
          <a:p>
            <a:pPr marL="0" lvl="0" indent="0" algn="l" defTabSz="957644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  <a:tabLst/>
            </a:pPr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2475" y="3288156"/>
            <a:ext cx="11389338" cy="888779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marL="0" indent="0" algn="l">
              <a:spcBef>
                <a:spcPts val="0"/>
              </a:spcBef>
              <a:buNone/>
              <a:defRPr lang="en-GB" sz="1563" b="0" kern="1200" baseline="0" noProof="0" dirty="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33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67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009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34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6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01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355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6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57152" rtl="0" eaLnBrk="1" latinLnBrk="0" hangingPunct="1">
              <a:spcBef>
                <a:spcPts val="2276"/>
              </a:spcBef>
              <a:buFont typeface="Arial" pitchFamily="34" charset="0"/>
              <a:buNone/>
            </a:pPr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6" name="USDisclaimer"/>
          <p:cNvSpPr/>
          <p:nvPr/>
        </p:nvSpPr>
        <p:spPr>
          <a:xfrm>
            <a:off x="422478" y="5011515"/>
            <a:ext cx="11387268" cy="333999"/>
          </a:xfrm>
          <a:prstGeom prst="rect">
            <a:avLst/>
          </a:prstGeom>
          <a:ln w="3175">
            <a:noFill/>
          </a:ln>
        </p:spPr>
        <p:txBody>
          <a:bodyPr wrap="square" lIns="1918910" tIns="0" rIns="0" bIns="0">
            <a:noAutofit/>
          </a:bodyPr>
          <a:lstStyle/>
          <a:p>
            <a:pPr marL="0" marR="0" lvl="0" indent="0" algn="l" defTabSz="1019657" rtl="0" eaLnBrk="1" fontAlgn="auto" latinLnBrk="0" hangingPunct="1">
              <a:lnSpc>
                <a:spcPct val="100000"/>
              </a:lnSpc>
              <a:spcBef>
                <a:spcPts val="113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72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c"/>
          <p:cNvSpPr txBox="1"/>
          <p:nvPr/>
        </p:nvSpPr>
        <p:spPr>
          <a:xfrm>
            <a:off x="1" y="6687670"/>
            <a:ext cx="12192000" cy="135274"/>
          </a:xfrm>
          <a:prstGeom prst="rect">
            <a:avLst/>
          </a:prstGeom>
          <a:noFill/>
        </p:spPr>
        <p:txBody>
          <a:bodyPr vert="horz" wrap="square" lIns="34144" tIns="0" rIns="34144" bIns="0" rtlCol="0">
            <a:spAutoFit/>
          </a:bodyPr>
          <a:lstStyle/>
          <a:p>
            <a:pPr marL="0" marR="0" lvl="0" indent="0" algn="ctr" defTabSz="13680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7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unicode ms" panose="020B0604020202020204" pitchFamily="34" charset="-128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660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ody text non-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535" y="1478045"/>
            <a:ext cx="11389338" cy="4329948"/>
          </a:xfrm>
        </p:spPr>
        <p:txBody>
          <a:bodyPr lIns="74487" tIns="37243" rIns="74487" bIns="37243"/>
          <a:lstStyle>
            <a:lvl1pPr>
              <a:defRPr sz="2000">
                <a:latin typeface="Trebuchet MS" panose="020B0603020202020204" pitchFamily="34" charset="0"/>
              </a:defRPr>
            </a:lvl1pPr>
            <a:lvl2pPr>
              <a:defRPr sz="2000">
                <a:latin typeface="Trebuchet MS" panose="020B0603020202020204" pitchFamily="34" charset="0"/>
              </a:defRPr>
            </a:lvl2pPr>
            <a:lvl3pPr>
              <a:defRPr sz="2000">
                <a:latin typeface="Trebuchet MS" panose="020B0603020202020204" pitchFamily="34" charset="0"/>
              </a:defRPr>
            </a:lvl3pPr>
            <a:lvl4pPr>
              <a:defRPr sz="2000">
                <a:latin typeface="Trebuchet MS" panose="020B0603020202020204" pitchFamily="34" charset="0"/>
              </a:defRPr>
            </a:lvl4pPr>
            <a:lvl5pPr>
              <a:defRPr sz="20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86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across non-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422475" y="1683146"/>
            <a:ext cx="11389338" cy="4124846"/>
          </a:xfrm>
          <a:noFill/>
        </p:spPr>
        <p:txBody>
          <a:bodyPr lIns="74487" tIns="37243" rIns="74487" bIns="37243"/>
          <a:lstStyle>
            <a:lvl1pPr>
              <a:spcBef>
                <a:spcPts val="1327"/>
              </a:spcBef>
              <a:spcAft>
                <a:spcPts val="190"/>
              </a:spcAft>
              <a:defRPr sz="20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20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20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20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20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22475" y="1346200"/>
            <a:ext cx="11389338" cy="303883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85"/>
              </a:spcBef>
              <a:spcAft>
                <a:spcPts val="190"/>
              </a:spcAft>
              <a:buFontTx/>
              <a:buNone/>
              <a:defRPr lang="en-US" sz="20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 algn="l">
              <a:spcBef>
                <a:spcPts val="285"/>
              </a:spcBef>
              <a:spcAft>
                <a:spcPts val="190"/>
              </a:spcAft>
              <a:buFontTx/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2pPr>
            <a:lvl3pPr marL="0" indent="0" algn="l">
              <a:spcBef>
                <a:spcPts val="285"/>
              </a:spcBef>
              <a:spcAft>
                <a:spcPts val="190"/>
              </a:spcAft>
              <a:buFontTx/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3pPr>
            <a:lvl4pPr marL="0" indent="0" algn="l">
              <a:spcBef>
                <a:spcPts val="285"/>
              </a:spcBef>
              <a:spcAft>
                <a:spcPts val="190"/>
              </a:spcAft>
              <a:buFontTx/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4pPr>
            <a:lvl5pPr marL="0" indent="0" algn="l">
              <a:spcBef>
                <a:spcPts val="285"/>
              </a:spcBef>
              <a:spcAft>
                <a:spcPts val="190"/>
              </a:spcAft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5pPr>
            <a:lvl6pPr marL="0" indent="0" algn="l">
              <a:spcBef>
                <a:spcPts val="285"/>
              </a:spcBef>
              <a:spcAft>
                <a:spcPts val="190"/>
              </a:spcAft>
              <a:buFontTx/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6pPr>
            <a:lvl7pPr marL="0" indent="0" algn="l">
              <a:spcBef>
                <a:spcPts val="285"/>
              </a:spcBef>
              <a:spcAft>
                <a:spcPts val="190"/>
              </a:spcAft>
              <a:buFontTx/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7pPr>
            <a:lvl8pPr marL="0" indent="0" algn="l">
              <a:spcBef>
                <a:spcPts val="285"/>
              </a:spcBef>
              <a:spcAft>
                <a:spcPts val="190"/>
              </a:spcAft>
              <a:buFontTx/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8pPr>
            <a:lvl9pPr marL="0" indent="0" algn="l">
              <a:spcBef>
                <a:spcPts val="285"/>
              </a:spcBef>
              <a:spcAft>
                <a:spcPts val="190"/>
              </a:spcAft>
              <a:buFontTx/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719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" y="0"/>
            <a:ext cx="12204986" cy="6858000"/>
          </a:xfrm>
          <a:prstGeom prst="rect">
            <a:avLst/>
          </a:prstGeom>
        </p:spPr>
      </p:pic>
      <p:sp>
        <p:nvSpPr>
          <p:cNvPr id="2" name="subtitle_section"/>
          <p:cNvSpPr>
            <a:spLocks noGrp="1"/>
          </p:cNvSpPr>
          <p:nvPr>
            <p:ph type="ctrTitle"/>
          </p:nvPr>
        </p:nvSpPr>
        <p:spPr>
          <a:xfrm>
            <a:off x="422475" y="3486747"/>
            <a:ext cx="11389338" cy="2743883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kumimoji="0" lang="en-GB" sz="1563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57644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tabLst/>
            </a:pPr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ection_name"/>
          <p:cNvSpPr>
            <a:spLocks noGrp="1"/>
          </p:cNvSpPr>
          <p:nvPr>
            <p:ph type="subTitle" idx="1"/>
          </p:nvPr>
        </p:nvSpPr>
        <p:spPr>
          <a:xfrm>
            <a:off x="422475" y="1478044"/>
            <a:ext cx="11389338" cy="200870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0" indent="0" algn="l">
              <a:buNone/>
              <a:defRPr kumimoji="0" lang="en-GB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  <a:ea typeface="+mj-ea"/>
                <a:cs typeface="+mj-cs"/>
              </a:defRPr>
            </a:lvl1pPr>
            <a:lvl2pPr marL="433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67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009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34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6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01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355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6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57644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itchFamily="2" charset="2"/>
              <a:buNone/>
            </a:pPr>
            <a:r>
              <a:rPr lang="en-US" smtClean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2206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KeyMessage" hidden="1"/>
          <p:cNvSpPr/>
          <p:nvPr/>
        </p:nvSpPr>
        <p:spPr bwMode="auto">
          <a:xfrm>
            <a:off x="422476" y="1478698"/>
            <a:ext cx="1980144" cy="4329948"/>
          </a:xfrm>
          <a:prstGeom prst="rect">
            <a:avLst/>
          </a:prstGeom>
          <a:noFill/>
          <a:ln w="3175" cap="flat" cmpd="sng" algn="ctr">
            <a:solidFill>
              <a:srgbClr val="D6020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86727" tIns="43363" rIns="86727" bIns="43363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5764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78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27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 text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74487" tIns="37243" rIns="74487" bIns="37243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KeyMessage" hidden="1"/>
          <p:cNvSpPr/>
          <p:nvPr/>
        </p:nvSpPr>
        <p:spPr bwMode="auto">
          <a:xfrm>
            <a:off x="422476" y="1478698"/>
            <a:ext cx="1980144" cy="4329948"/>
          </a:xfrm>
          <a:prstGeom prst="rect">
            <a:avLst/>
          </a:prstGeom>
          <a:noFill/>
          <a:ln w="3175" cap="flat" cmpd="sng" algn="ctr">
            <a:solidFill>
              <a:srgbClr val="D6020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86727" tIns="43363" rIns="86727" bIns="43363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5764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78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62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across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 bwMode="auto">
          <a:xfrm>
            <a:off x="2839714" y="1683146"/>
            <a:ext cx="8972099" cy="4124846"/>
          </a:xfrm>
          <a:noFill/>
        </p:spPr>
        <p:txBody>
          <a:bodyPr lIns="74487" tIns="37243" rIns="74487" bIns="37243"/>
          <a:lstStyle>
            <a:lvl1pPr>
              <a:spcBef>
                <a:spcPts val="1327"/>
              </a:spcBef>
              <a:spcAft>
                <a:spcPts val="190"/>
              </a:spcAft>
              <a:defRPr sz="20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20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20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20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20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839714" y="1282700"/>
            <a:ext cx="8972099" cy="367383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285"/>
              </a:spcBef>
              <a:spcAft>
                <a:spcPts val="190"/>
              </a:spcAft>
              <a:buFontTx/>
              <a:buNone/>
              <a:defRPr lang="en-US" sz="2000" b="0" kern="1200" baseline="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 algn="l">
              <a:spcBef>
                <a:spcPts val="285"/>
              </a:spcBef>
              <a:spcAft>
                <a:spcPts val="190"/>
              </a:spcAft>
              <a:buFontTx/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2pPr>
            <a:lvl3pPr marL="0" indent="0" algn="l">
              <a:spcBef>
                <a:spcPts val="285"/>
              </a:spcBef>
              <a:spcAft>
                <a:spcPts val="190"/>
              </a:spcAft>
              <a:buFontTx/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3pPr>
            <a:lvl4pPr marL="0" indent="0" algn="l">
              <a:spcBef>
                <a:spcPts val="285"/>
              </a:spcBef>
              <a:spcAft>
                <a:spcPts val="190"/>
              </a:spcAft>
              <a:buFontTx/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4pPr>
            <a:lvl5pPr marL="0" indent="0" algn="l">
              <a:spcBef>
                <a:spcPts val="285"/>
              </a:spcBef>
              <a:spcAft>
                <a:spcPts val="190"/>
              </a:spcAft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5pPr>
            <a:lvl6pPr marL="0" indent="0" algn="l">
              <a:spcBef>
                <a:spcPts val="285"/>
              </a:spcBef>
              <a:spcAft>
                <a:spcPts val="190"/>
              </a:spcAft>
              <a:buFontTx/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6pPr>
            <a:lvl7pPr marL="0" indent="0" algn="l">
              <a:spcBef>
                <a:spcPts val="285"/>
              </a:spcBef>
              <a:spcAft>
                <a:spcPts val="190"/>
              </a:spcAft>
              <a:buFontTx/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7pPr>
            <a:lvl8pPr marL="0" indent="0" algn="l">
              <a:spcBef>
                <a:spcPts val="285"/>
              </a:spcBef>
              <a:spcAft>
                <a:spcPts val="190"/>
              </a:spcAft>
              <a:buFontTx/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8pPr>
            <a:lvl9pPr marL="0" indent="0" algn="ctr">
              <a:spcBef>
                <a:spcPts val="285"/>
              </a:spcBef>
              <a:spcAft>
                <a:spcPts val="190"/>
              </a:spcAft>
              <a:buFontTx/>
              <a:buNone/>
              <a:defRPr sz="879" b="1" baseline="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7" name="KeyMessage" hidden="1"/>
          <p:cNvSpPr/>
          <p:nvPr/>
        </p:nvSpPr>
        <p:spPr bwMode="auto">
          <a:xfrm>
            <a:off x="422476" y="1478698"/>
            <a:ext cx="1980144" cy="4329948"/>
          </a:xfrm>
          <a:prstGeom prst="rect">
            <a:avLst/>
          </a:prstGeom>
          <a:noFill/>
          <a:ln w="3175" cap="flat" cmpd="sng" algn="ctr">
            <a:solidFill>
              <a:srgbClr val="D6020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86727" tIns="43363" rIns="86727" bIns="43363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5764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78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7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across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839713" y="1309391"/>
            <a:ext cx="4268280" cy="341349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900" b="0" kern="1200" baseline="0" dirty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 bwMode="auto">
          <a:xfrm>
            <a:off x="2839713" y="1683146"/>
            <a:ext cx="4268280" cy="4124846"/>
          </a:xfrm>
          <a:noFill/>
        </p:spPr>
        <p:txBody>
          <a:bodyPr lIns="74487" tIns="37243" rIns="74487" bIns="37243"/>
          <a:lstStyle>
            <a:lvl1pPr>
              <a:spcBef>
                <a:spcPts val="1327"/>
              </a:spcBef>
              <a:spcAft>
                <a:spcPts val="190"/>
              </a:spcAft>
              <a:defRPr sz="19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 bwMode="auto">
          <a:xfrm>
            <a:off x="7543531" y="1683146"/>
            <a:ext cx="4268280" cy="4124846"/>
          </a:xfrm>
          <a:noFill/>
        </p:spPr>
        <p:txBody>
          <a:bodyPr lIns="74487" tIns="37243" rIns="74487" bIns="37243"/>
          <a:lstStyle>
            <a:lvl1pPr>
              <a:spcBef>
                <a:spcPts val="1327"/>
              </a:spcBef>
              <a:spcAft>
                <a:spcPts val="190"/>
              </a:spcAft>
              <a:defRPr sz="19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7545361" y="1309391"/>
            <a:ext cx="4268280" cy="341349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9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2" name="KeyMessage" hidden="1"/>
          <p:cNvSpPr/>
          <p:nvPr/>
        </p:nvSpPr>
        <p:spPr bwMode="auto">
          <a:xfrm>
            <a:off x="422476" y="1478698"/>
            <a:ext cx="1980144" cy="4329948"/>
          </a:xfrm>
          <a:prstGeom prst="rect">
            <a:avLst/>
          </a:prstGeom>
          <a:noFill/>
          <a:ln w="3175" cap="flat" cmpd="sng" algn="ctr">
            <a:solidFill>
              <a:srgbClr val="D6020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86727" tIns="43363" rIns="86727" bIns="43363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5764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78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44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on 2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839713" y="1348171"/>
            <a:ext cx="4268280" cy="30257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8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 bwMode="auto">
          <a:xfrm>
            <a:off x="2839713" y="1683147"/>
            <a:ext cx="4268280" cy="1790579"/>
          </a:xfrm>
          <a:noFill/>
        </p:spPr>
        <p:txBody>
          <a:bodyPr lIns="74487" tIns="37243" rIns="74487" bIns="37243"/>
          <a:lstStyle>
            <a:lvl1pPr>
              <a:spcBef>
                <a:spcPts val="1234"/>
              </a:spcBef>
              <a:spcAft>
                <a:spcPts val="190"/>
              </a:spcAft>
              <a:defRPr sz="18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 bwMode="auto">
          <a:xfrm>
            <a:off x="7543531" y="1683147"/>
            <a:ext cx="4268280" cy="1790579"/>
          </a:xfrm>
          <a:noFill/>
        </p:spPr>
        <p:txBody>
          <a:bodyPr lIns="74487" tIns="37243" rIns="74487" bIns="37243"/>
          <a:lstStyle>
            <a:lvl1pPr>
              <a:spcBef>
                <a:spcPts val="1234"/>
              </a:spcBef>
              <a:spcAft>
                <a:spcPts val="190"/>
              </a:spcAft>
              <a:defRPr sz="18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7545361" y="1348171"/>
            <a:ext cx="4268280" cy="30257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8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2839713" y="3683001"/>
            <a:ext cx="4268280" cy="30257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8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6"/>
          </p:nvPr>
        </p:nvSpPr>
        <p:spPr bwMode="auto">
          <a:xfrm>
            <a:off x="2839713" y="4017978"/>
            <a:ext cx="4268280" cy="1790579"/>
          </a:xfrm>
          <a:noFill/>
        </p:spPr>
        <p:txBody>
          <a:bodyPr lIns="74487" tIns="37243" rIns="74487" bIns="37243"/>
          <a:lstStyle>
            <a:lvl1pPr>
              <a:spcBef>
                <a:spcPts val="1234"/>
              </a:spcBef>
              <a:spcAft>
                <a:spcPts val="190"/>
              </a:spcAft>
              <a:defRPr sz="18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9"/>
          <p:cNvSpPr>
            <a:spLocks noGrp="1"/>
          </p:cNvSpPr>
          <p:nvPr>
            <p:ph sz="quarter" idx="17"/>
          </p:nvPr>
        </p:nvSpPr>
        <p:spPr bwMode="auto">
          <a:xfrm>
            <a:off x="7543531" y="4017978"/>
            <a:ext cx="4268280" cy="1790579"/>
          </a:xfrm>
          <a:noFill/>
        </p:spPr>
        <p:txBody>
          <a:bodyPr lIns="74487" tIns="37243" rIns="74487" bIns="37243"/>
          <a:lstStyle>
            <a:lvl1pPr>
              <a:spcBef>
                <a:spcPts val="1234"/>
              </a:spcBef>
              <a:spcAft>
                <a:spcPts val="190"/>
              </a:spcAft>
              <a:defRPr sz="18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545361" y="3683001"/>
            <a:ext cx="4268280" cy="30257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8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4" name="KeyMessage" hidden="1"/>
          <p:cNvSpPr/>
          <p:nvPr/>
        </p:nvSpPr>
        <p:spPr bwMode="auto">
          <a:xfrm>
            <a:off x="422476" y="1478698"/>
            <a:ext cx="1980144" cy="4329948"/>
          </a:xfrm>
          <a:prstGeom prst="rect">
            <a:avLst/>
          </a:prstGeom>
          <a:noFill/>
          <a:ln w="3175" cap="flat" cmpd="sng" algn="ctr">
            <a:solidFill>
              <a:srgbClr val="D6020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86727" tIns="43363" rIns="86727" bIns="43363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5764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78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29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cross 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839714" y="1346200"/>
            <a:ext cx="2722116" cy="30454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9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2839714" y="1683146"/>
            <a:ext cx="2722116" cy="4124846"/>
          </a:xfrm>
          <a:noFill/>
        </p:spPr>
        <p:txBody>
          <a:bodyPr lIns="74487" tIns="37243" rIns="74487" bIns="37243"/>
          <a:lstStyle>
            <a:lvl1pPr>
              <a:spcBef>
                <a:spcPts val="1234"/>
              </a:spcBef>
              <a:spcAft>
                <a:spcPts val="190"/>
              </a:spcAft>
              <a:defRPr sz="19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5966882" y="1683146"/>
            <a:ext cx="2722116" cy="4124846"/>
          </a:xfrm>
          <a:noFill/>
        </p:spPr>
        <p:txBody>
          <a:bodyPr lIns="74487" tIns="37243" rIns="74487" bIns="37243"/>
          <a:lstStyle>
            <a:lvl1pPr>
              <a:spcBef>
                <a:spcPts val="1234"/>
              </a:spcBef>
              <a:spcAft>
                <a:spcPts val="190"/>
              </a:spcAft>
              <a:defRPr sz="19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66882" y="1346200"/>
            <a:ext cx="2722116" cy="30454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9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2" name="KeyMessage" hidden="1"/>
          <p:cNvSpPr/>
          <p:nvPr/>
        </p:nvSpPr>
        <p:spPr bwMode="auto">
          <a:xfrm>
            <a:off x="422476" y="1478698"/>
            <a:ext cx="1980144" cy="4329948"/>
          </a:xfrm>
          <a:prstGeom prst="rect">
            <a:avLst/>
          </a:prstGeom>
          <a:noFill/>
          <a:ln w="3175" cap="flat" cmpd="sng" algn="ctr">
            <a:solidFill>
              <a:srgbClr val="D6020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86727" tIns="43363" rIns="86727" bIns="43363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957644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78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" name="Content Placeholder 9"/>
          <p:cNvSpPr>
            <a:spLocks noGrp="1"/>
          </p:cNvSpPr>
          <p:nvPr>
            <p:ph sz="quarter" idx="15"/>
          </p:nvPr>
        </p:nvSpPr>
        <p:spPr>
          <a:xfrm>
            <a:off x="9089695" y="1683146"/>
            <a:ext cx="2722116" cy="4124846"/>
          </a:xfrm>
          <a:noFill/>
        </p:spPr>
        <p:txBody>
          <a:bodyPr lIns="74487" tIns="37243" rIns="74487" bIns="37243"/>
          <a:lstStyle>
            <a:lvl1pPr>
              <a:spcBef>
                <a:spcPts val="1234"/>
              </a:spcBef>
              <a:spcAft>
                <a:spcPts val="190"/>
              </a:spcAft>
              <a:defRPr sz="19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9089695" y="1346200"/>
            <a:ext cx="2722116" cy="30454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9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across non-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2472" y="1346200"/>
            <a:ext cx="5479077" cy="30454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20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422472" y="1683146"/>
            <a:ext cx="5479077" cy="4124846"/>
          </a:xfrm>
          <a:noFill/>
        </p:spPr>
        <p:txBody>
          <a:bodyPr lIns="74487" tIns="37243" rIns="74487" bIns="37243"/>
          <a:lstStyle>
            <a:lvl1pPr>
              <a:spcBef>
                <a:spcPts val="1327"/>
              </a:spcBef>
              <a:spcAft>
                <a:spcPts val="190"/>
              </a:spcAft>
              <a:defRPr sz="20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20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20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20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20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6108701" y="1683146"/>
            <a:ext cx="5703110" cy="4124846"/>
          </a:xfrm>
          <a:noFill/>
        </p:spPr>
        <p:txBody>
          <a:bodyPr lIns="74487" tIns="37243" rIns="74487" bIns="37243"/>
          <a:lstStyle>
            <a:lvl1pPr>
              <a:spcBef>
                <a:spcPts val="1327"/>
              </a:spcBef>
              <a:spcAft>
                <a:spcPts val="190"/>
              </a:spcAft>
              <a:defRPr sz="20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20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20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20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20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108701" y="1346200"/>
            <a:ext cx="5703110" cy="30454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20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412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on 2 non-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2472" y="1282701"/>
            <a:ext cx="5479077" cy="36804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8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422472" y="1683147"/>
            <a:ext cx="5479077" cy="1790579"/>
          </a:xfrm>
          <a:noFill/>
        </p:spPr>
        <p:txBody>
          <a:bodyPr lIns="74487" tIns="37243" rIns="74487" bIns="37243"/>
          <a:lstStyle>
            <a:lvl1pPr>
              <a:spcBef>
                <a:spcPts val="1234"/>
              </a:spcBef>
              <a:spcAft>
                <a:spcPts val="190"/>
              </a:spcAft>
              <a:defRPr sz="18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6332733" y="1683147"/>
            <a:ext cx="5479077" cy="1790579"/>
          </a:xfrm>
          <a:noFill/>
        </p:spPr>
        <p:txBody>
          <a:bodyPr lIns="74487" tIns="37243" rIns="74487" bIns="37243"/>
          <a:lstStyle>
            <a:lvl1pPr>
              <a:spcBef>
                <a:spcPts val="1234"/>
              </a:spcBef>
              <a:spcAft>
                <a:spcPts val="190"/>
              </a:spcAft>
              <a:defRPr sz="18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32733" y="1282701"/>
            <a:ext cx="5479077" cy="36804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8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22472" y="3617531"/>
            <a:ext cx="5479077" cy="36804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8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6"/>
          </p:nvPr>
        </p:nvSpPr>
        <p:spPr>
          <a:xfrm>
            <a:off x="422472" y="4017978"/>
            <a:ext cx="5479077" cy="1790579"/>
          </a:xfrm>
          <a:noFill/>
        </p:spPr>
        <p:txBody>
          <a:bodyPr lIns="74487" tIns="37243" rIns="74487" bIns="37243"/>
          <a:lstStyle>
            <a:lvl1pPr>
              <a:spcBef>
                <a:spcPts val="1234"/>
              </a:spcBef>
              <a:spcAft>
                <a:spcPts val="190"/>
              </a:spcAft>
              <a:defRPr sz="18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9"/>
          <p:cNvSpPr>
            <a:spLocks noGrp="1"/>
          </p:cNvSpPr>
          <p:nvPr>
            <p:ph sz="quarter" idx="17"/>
          </p:nvPr>
        </p:nvSpPr>
        <p:spPr>
          <a:xfrm>
            <a:off x="6332733" y="4017978"/>
            <a:ext cx="5479077" cy="1790579"/>
          </a:xfrm>
          <a:noFill/>
        </p:spPr>
        <p:txBody>
          <a:bodyPr lIns="74487" tIns="37243" rIns="74487" bIns="37243"/>
          <a:lstStyle>
            <a:lvl1pPr>
              <a:spcBef>
                <a:spcPts val="1234"/>
              </a:spcBef>
              <a:spcAft>
                <a:spcPts val="190"/>
              </a:spcAft>
              <a:defRPr sz="18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8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8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332733" y="3617531"/>
            <a:ext cx="5479077" cy="36804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8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787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cross non-K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2473" y="1295400"/>
            <a:ext cx="3501732" cy="35534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8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422473" y="1683146"/>
            <a:ext cx="3501732" cy="4124846"/>
          </a:xfrm>
          <a:noFill/>
        </p:spPr>
        <p:txBody>
          <a:bodyPr lIns="74487" tIns="37243" rIns="74487" bIns="37243"/>
          <a:lstStyle>
            <a:lvl1pPr>
              <a:spcBef>
                <a:spcPts val="1234"/>
              </a:spcBef>
              <a:spcAft>
                <a:spcPts val="190"/>
              </a:spcAft>
              <a:defRPr sz="19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4364099" y="1683146"/>
            <a:ext cx="3501732" cy="4124846"/>
          </a:xfrm>
          <a:noFill/>
        </p:spPr>
        <p:txBody>
          <a:bodyPr lIns="74487" tIns="37243" rIns="74487" bIns="37243"/>
          <a:lstStyle>
            <a:lvl1pPr>
              <a:spcBef>
                <a:spcPts val="1234"/>
              </a:spcBef>
              <a:spcAft>
                <a:spcPts val="190"/>
              </a:spcAft>
              <a:defRPr sz="19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364099" y="1295400"/>
            <a:ext cx="3501732" cy="35534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8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5"/>
          </p:nvPr>
        </p:nvSpPr>
        <p:spPr>
          <a:xfrm>
            <a:off x="8310080" y="1683146"/>
            <a:ext cx="3501732" cy="4124846"/>
          </a:xfrm>
          <a:noFill/>
        </p:spPr>
        <p:txBody>
          <a:bodyPr lIns="74487" tIns="37243" rIns="74487" bIns="37243"/>
          <a:lstStyle>
            <a:lvl1pPr>
              <a:spcBef>
                <a:spcPts val="1234"/>
              </a:spcBef>
              <a:spcAft>
                <a:spcPts val="190"/>
              </a:spcAft>
              <a:defRPr sz="1900"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900"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900"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8310080" y="1295400"/>
            <a:ext cx="3501732" cy="355340"/>
          </a:xfrm>
          <a:gradFill>
            <a:gsLst>
              <a:gs pos="92000">
                <a:schemeClr val="bg1">
                  <a:alpha val="0"/>
                </a:schemeClr>
              </a:gs>
              <a:gs pos="93000">
                <a:schemeClr val="tx1"/>
              </a:gs>
            </a:gsLst>
            <a:lin ang="5400000" scaled="0"/>
          </a:gradFill>
          <a:effectLst/>
        </p:spPr>
        <p:txBody>
          <a:bodyPr vert="horz" wrap="square" lIns="74487" tIns="0" rIns="74487" bIns="37243" rtlCol="0" anchor="b" anchorCtr="0">
            <a:noAutofit/>
          </a:bodyPr>
          <a:lstStyle>
            <a:lvl1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lang="en-US" sz="1800" b="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285"/>
              </a:spcBef>
              <a:spcAft>
                <a:spcPts val="190"/>
              </a:spcAft>
              <a:buFont typeface="Arial" pitchFamily="34" charset="0"/>
              <a:buNone/>
              <a:defRPr sz="879" b="1">
                <a:latin typeface="+mj-lt"/>
              </a:defRPr>
            </a:lvl2pPr>
            <a:lvl3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3pPr>
            <a:lvl4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4pPr>
            <a:lvl5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5pPr>
            <a:lvl6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6pPr>
            <a:lvl7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7pPr>
            <a:lvl8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8pPr>
            <a:lvl9pPr marL="0" indent="0">
              <a:spcBef>
                <a:spcPts val="285"/>
              </a:spcBef>
              <a:spcAft>
                <a:spcPts val="190"/>
              </a:spcAft>
              <a:buNone/>
              <a:defRPr sz="879" b="1">
                <a:latin typeface="+mj-lt"/>
              </a:defRPr>
            </a:lvl9pPr>
          </a:lstStyle>
          <a:p>
            <a:pPr marL="0" lvl="0" indent="0" algn="l" defTabSz="957152" rtl="0" eaLnBrk="1" latinLnBrk="0" hangingPunct="1">
              <a:spcBef>
                <a:spcPts val="285"/>
              </a:spcBef>
              <a:spcAft>
                <a:spcPts val="190"/>
              </a:spcAft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829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line">
    <p:bg bwMode="blackWhite"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"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cxnSp>
        <p:nvCxnSpPr>
          <p:cNvPr id="148" name="Straight Connector 147"/>
          <p:cNvCxnSpPr/>
          <p:nvPr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biLevel thresh="25000"/>
          </a:blip>
          <a:srcRect l="82451"/>
          <a:stretch>
            <a:fillRect/>
          </a:stretch>
        </p:blipFill>
        <p:spPr>
          <a:xfrm>
            <a:off x="0" y="705900"/>
            <a:ext cx="575741" cy="31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260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ction header line"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 defTabSz="1442375"/>
            <a:endParaRPr lang="en-IN" sz="800" dirty="0" smtClean="0">
              <a:solidFill>
                <a:srgbClr val="000000"/>
              </a:solidFill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"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  <a:sym typeface="Verdana" panose="020B060403050404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biLevel thresh="25000"/>
          </a:blip>
          <a:srcRect l="82451"/>
          <a:stretch>
            <a:fillRect/>
          </a:stretch>
        </p:blipFill>
        <p:spPr>
          <a:xfrm>
            <a:off x="0" y="3269259"/>
            <a:ext cx="575741" cy="31948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00891" y="2755900"/>
            <a:ext cx="3047208" cy="1346200"/>
          </a:xfrm>
        </p:spPr>
        <p:txBody>
          <a:bodyPr anchor="ctr"/>
          <a:lstStyle>
            <a:lvl1pPr>
              <a:lnSpc>
                <a:spcPct val="150000"/>
              </a:lnSpc>
              <a:defRPr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9" name="Content Placeholder 9"/>
          <p:cNvSpPr>
            <a:spLocks noGrp="1"/>
          </p:cNvSpPr>
          <p:nvPr>
            <p:ph sz="quarter" idx="17"/>
          </p:nvPr>
        </p:nvSpPr>
        <p:spPr>
          <a:xfrm>
            <a:off x="4390750" y="2533711"/>
            <a:ext cx="6874149" cy="1790579"/>
          </a:xfrm>
          <a:noFill/>
        </p:spPr>
        <p:txBody>
          <a:bodyPr lIns="74487" tIns="37243" rIns="74487" bIns="37243" anchor="ctr"/>
          <a:lstStyle>
            <a:lvl1pPr>
              <a:spcBef>
                <a:spcPts val="1234"/>
              </a:spcBef>
              <a:spcAft>
                <a:spcPts val="190"/>
              </a:spcAft>
              <a:defRPr sz="1800" b="1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defRPr>
            </a:lvl1pPr>
            <a:lvl2pPr>
              <a:spcBef>
                <a:spcPts val="285"/>
              </a:spcBef>
              <a:defRPr sz="1800" b="1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defRPr>
            </a:lvl2pPr>
            <a:lvl3pPr>
              <a:spcBef>
                <a:spcPts val="285"/>
              </a:spcBef>
              <a:defRPr sz="1800" b="1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defRPr>
            </a:lvl3pPr>
            <a:lvl4pPr>
              <a:spcBef>
                <a:spcPts val="95"/>
              </a:spcBef>
              <a:defRPr sz="1800" b="1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defRPr>
            </a:lvl4pPr>
            <a:lvl5pPr>
              <a:spcBef>
                <a:spcPts val="95"/>
              </a:spcBef>
              <a:defRPr sz="1800" b="1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defRPr>
            </a:lvl5pPr>
            <a:lvl6pPr>
              <a:spcBef>
                <a:spcPts val="285"/>
              </a:spcBef>
              <a:defRPr sz="879"/>
            </a:lvl6pPr>
            <a:lvl7pPr>
              <a:spcBef>
                <a:spcPts val="285"/>
              </a:spcBef>
              <a:defRPr sz="879"/>
            </a:lvl7pPr>
            <a:lvl8pPr>
              <a:spcBef>
                <a:spcPts val="95"/>
              </a:spcBef>
              <a:defRPr sz="879"/>
            </a:lvl8pPr>
            <a:lvl9pPr>
              <a:spcBef>
                <a:spcPts val="95"/>
              </a:spcBef>
              <a:defRPr sz="87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61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low res_shutterstock_75947005.jpg"/>
          <p:cNvPicPr>
            <a:picLocks noChangeAspect="1"/>
          </p:cNvPicPr>
          <p:nvPr/>
        </p:nvPicPr>
        <p:blipFill>
          <a:blip r:embed="rId2"/>
          <a:srcRect r="12346"/>
          <a:stretch>
            <a:fillRect/>
          </a:stretch>
        </p:blipFill>
        <p:spPr>
          <a:xfrm>
            <a:off x="3162300" y="0"/>
            <a:ext cx="9017000" cy="6858000"/>
          </a:xfrm>
          <a:prstGeom prst="rect">
            <a:avLst/>
          </a:prstGeom>
        </p:spPr>
      </p:pic>
      <p:pic>
        <p:nvPicPr>
          <p:cNvPr id="11" name="Picture 10" descr="PPT-Templet-01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2736"/>
            <a:ext cx="6667500" cy="4013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 hasCustomPrompt="1"/>
          </p:nvPr>
        </p:nvSpPr>
        <p:spPr>
          <a:xfrm>
            <a:off x="609600" y="1773977"/>
            <a:ext cx="58420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CONTENT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4"/>
              <a:srcRect l="84270"/>
              <a:stretch>
                <a:fillRect/>
              </a:stretch>
            </p:blipFill>
          </mc:Choice>
          <mc:Fallback>
            <p:blipFill>
              <a:blip r:embed="rId5"/>
              <a:srcRect l="84270"/>
              <a:stretch>
                <a:fillRect/>
              </a:stretch>
            </p:blipFill>
          </mc:Fallback>
        </mc:AlternateContent>
        <p:spPr>
          <a:xfrm>
            <a:off x="0" y="1852836"/>
            <a:ext cx="533400" cy="317500"/>
          </a:xfrm>
          <a:prstGeom prst="rect">
            <a:avLst/>
          </a:prstGeom>
        </p:spPr>
      </p:pic>
      <p:sp>
        <p:nvSpPr>
          <p:cNvPr id="16" name="Holder 4"/>
          <p:cNvSpPr>
            <a:spLocks noGrp="1"/>
          </p:cNvSpPr>
          <p:nvPr>
            <p:ph type="ftr" sz="quarter" idx="3"/>
          </p:nvPr>
        </p:nvSpPr>
        <p:spPr>
          <a:xfrm>
            <a:off x="4145280" y="6650686"/>
            <a:ext cx="390144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3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17" name="Holder 6"/>
          <p:cNvSpPr>
            <a:spLocks noGrp="1"/>
          </p:cNvSpPr>
          <p:nvPr>
            <p:ph type="sldNum" sz="quarter" idx="4"/>
          </p:nvPr>
        </p:nvSpPr>
        <p:spPr>
          <a:xfrm>
            <a:off x="115979" y="6650686"/>
            <a:ext cx="215793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300" b="0" i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/>
              </a:defRPr>
            </a:lvl1pPr>
          </a:lstStyle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2"/>
          </p:nvPr>
        </p:nvSpPr>
        <p:spPr>
          <a:xfrm>
            <a:off x="10420070" y="6675437"/>
            <a:ext cx="118872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485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ction header line">
    <p:bg bwMode="blackWhite">
      <p:bgPr>
        <a:gradFill>
          <a:gsLst>
            <a:gs pos="0">
              <a:schemeClr val="tx2"/>
            </a:gs>
            <a:gs pos="100000">
              <a:schemeClr val="accent6">
                <a:lumMod val="75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vert="horz" lIns="0" tIns="0" rIns="558649" bIns="0" rtlCol="0" anchor="ctr" anchorCtr="0">
            <a:no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big statement text</a:t>
            </a:r>
          </a:p>
        </p:txBody>
      </p:sp>
      <p:cxnSp>
        <p:nvCxnSpPr>
          <p:cNvPr id="8" name="Straight Connector 7"/>
          <p:cNvCxnSpPr/>
          <p:nvPr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biLevel thresh="25000"/>
          </a:blip>
          <a:srcRect l="82451"/>
          <a:stretch>
            <a:fillRect/>
          </a:stretch>
        </p:blipFill>
        <p:spPr>
          <a:xfrm>
            <a:off x="0" y="705900"/>
            <a:ext cx="575741" cy="31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5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ction header line">
    <p:bg bwMode="blackWhite">
      <p:bgPr>
        <a:gradFill>
          <a:gsLst>
            <a:gs pos="0">
              <a:schemeClr val="tx2"/>
            </a:gs>
            <a:gs pos="100000">
              <a:schemeClr val="accent6">
                <a:lumMod val="75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4000500" y="2298100"/>
            <a:ext cx="4195800" cy="669000"/>
          </a:xfrm>
        </p:spPr>
        <p:txBody>
          <a:bodyPr vert="horz" lIns="0" tIns="0" rIns="558649" bIns="0" rtlCol="0" anchor="ctr" anchorCtr="0">
            <a:noAutofit/>
          </a:bodyPr>
          <a:lstStyle>
            <a:lvl1pPr algn="ctr"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 smtClean="0"/>
              <a:t>Thank - You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 bwMode="white">
          <a:xfrm>
            <a:off x="618898" y="2143650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biLevel thresh="25000"/>
          </a:blip>
          <a:srcRect l="82451"/>
          <a:stretch>
            <a:fillRect/>
          </a:stretch>
        </p:blipFill>
        <p:spPr>
          <a:xfrm>
            <a:off x="0" y="2472859"/>
            <a:ext cx="575741" cy="319482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 bwMode="white">
          <a:xfrm>
            <a:off x="618898" y="3121550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890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2"/>
          <p:cNvSpPr>
            <a:spLocks noGrp="1"/>
          </p:cNvSpPr>
          <p:nvPr>
            <p:ph type="title"/>
          </p:nvPr>
        </p:nvSpPr>
        <p:spPr>
          <a:xfrm>
            <a:off x="584287" y="3211196"/>
            <a:ext cx="1102343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59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584286" y="191445"/>
            <a:ext cx="11276409" cy="543733"/>
          </a:xfrm>
        </p:spPr>
        <p:txBody>
          <a:bodyPr lIns="0" tIns="0" rIns="0" bIns="0"/>
          <a:lstStyle>
            <a:lvl1pPr>
              <a:defRPr sz="28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5740" y="933397"/>
            <a:ext cx="10675355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Holder 4"/>
          <p:cNvSpPr>
            <a:spLocks noGrp="1"/>
          </p:cNvSpPr>
          <p:nvPr>
            <p:ph type="ftr" sz="quarter" idx="3"/>
          </p:nvPr>
        </p:nvSpPr>
        <p:spPr>
          <a:xfrm>
            <a:off x="4145280" y="6650686"/>
            <a:ext cx="390144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300" b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17" name="Holder 6"/>
          <p:cNvSpPr>
            <a:spLocks noGrp="1"/>
          </p:cNvSpPr>
          <p:nvPr>
            <p:ph type="sldNum" sz="quarter" idx="4"/>
          </p:nvPr>
        </p:nvSpPr>
        <p:spPr>
          <a:xfrm>
            <a:off x="115979" y="6650686"/>
            <a:ext cx="215793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300" b="0" i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2"/>
          </p:nvPr>
        </p:nvSpPr>
        <p:spPr>
          <a:xfrm>
            <a:off x="10420070" y="6675437"/>
            <a:ext cx="118872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936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9714" y="1787285"/>
            <a:ext cx="8972099" cy="4329948"/>
          </a:xfrm>
          <a:prstGeom prst="rect">
            <a:avLst/>
          </a:prstGeom>
          <a:effectLst/>
        </p:spPr>
        <p:txBody>
          <a:bodyPr vert="horz" lIns="37243" tIns="0" rIns="37243" bIns="0" rtlCol="0">
            <a:no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fc"/>
          <p:cNvSpPr txBox="1"/>
          <p:nvPr/>
        </p:nvSpPr>
        <p:spPr>
          <a:xfrm>
            <a:off x="1" y="6340236"/>
            <a:ext cx="12192000" cy="135274"/>
          </a:xfrm>
          <a:prstGeom prst="rect">
            <a:avLst/>
          </a:prstGeom>
          <a:noFill/>
        </p:spPr>
        <p:txBody>
          <a:bodyPr vert="horz" wrap="square" lIns="34144" tIns="0" rIns="34144" bIns="0" rtlCol="0">
            <a:spAutoFit/>
          </a:bodyPr>
          <a:lstStyle/>
          <a:p>
            <a:pPr marL="0" marR="0" lvl="0" indent="0" algn="ctr" defTabSz="13680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7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763"/>
          <a:stretch/>
        </p:blipFill>
        <p:spPr>
          <a:xfrm>
            <a:off x="462" y="2"/>
            <a:ext cx="12191539" cy="1209124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1" y="6453440"/>
            <a:ext cx="12192000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2535" y="360365"/>
            <a:ext cx="11391108" cy="488340"/>
          </a:xfrm>
          <a:prstGeom prst="rect">
            <a:avLst/>
          </a:prstGeom>
        </p:spPr>
        <p:txBody>
          <a:bodyPr vert="horz" lIns="0" tIns="0" rIns="558649" bIns="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9" name="Picture 5" descr="Image result for jsw steel logo"/>
          <p:cNvPicPr>
            <a:picLocks noChangeAspect="1" noChangeArrowheads="1"/>
          </p:cNvPicPr>
          <p:nvPr/>
        </p:nvPicPr>
        <p:blipFill rotWithShape="1">
          <a:blip r:embed="rId23"/>
          <a:srcRect r="61981" b="9150"/>
          <a:stretch/>
        </p:blipFill>
        <p:spPr bwMode="auto">
          <a:xfrm>
            <a:off x="326879" y="6464178"/>
            <a:ext cx="1001589" cy="392330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28468" y="6573563"/>
            <a:ext cx="1080000" cy="20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fld id="{A1D85A8F-8069-42BC-9915-B8F2BBE1830F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2791734" y="6573563"/>
            <a:ext cx="7556500" cy="20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0731500" y="6573563"/>
            <a:ext cx="622300" cy="20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fld id="{5B01B672-E0B7-4C54-910C-2EC3BD285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129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57152" rtl="0" eaLnBrk="1" latinLnBrk="0" hangingPunct="1">
        <a:lnSpc>
          <a:spcPts val="1897"/>
        </a:lnSpc>
        <a:spcBef>
          <a:spcPct val="0"/>
        </a:spcBef>
        <a:buNone/>
        <a:defRPr sz="2000" b="1" kern="120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</p:titleStyle>
    <p:bodyStyle>
      <a:lvl1pPr marL="0" indent="0" algn="l" defTabSz="957152" rtl="0" eaLnBrk="1" latinLnBrk="0" hangingPunct="1">
        <a:spcBef>
          <a:spcPts val="2276"/>
        </a:spcBef>
        <a:buFont typeface="Arial" pitchFamily="34" charset="0"/>
        <a:buNone/>
        <a:defRPr sz="2000" b="0" kern="1200">
          <a:solidFill>
            <a:srgbClr val="0F2FB5"/>
          </a:solidFill>
          <a:latin typeface="Trebuchet MS" panose="020B0603020202020204" pitchFamily="34" charset="0"/>
          <a:ea typeface="+mn-ea"/>
          <a:cs typeface="+mn-cs"/>
        </a:defRPr>
      </a:lvl1pPr>
      <a:lvl2pPr marL="0" indent="0" algn="l" defTabSz="957152" rtl="0" eaLnBrk="1" latinLnBrk="0" hangingPunct="1">
        <a:spcBef>
          <a:spcPts val="1327"/>
        </a:spcBef>
        <a:buFont typeface="Arial" pitchFamily="34" charset="0"/>
        <a:buNone/>
        <a:defRPr sz="2000" b="0" kern="120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2pPr>
      <a:lvl3pPr marL="119510" indent="-119510" algn="l" defTabSz="957152" rtl="0" eaLnBrk="1" latinLnBrk="0" hangingPunct="1">
        <a:spcBef>
          <a:spcPts val="568"/>
        </a:spcBef>
        <a:buClr>
          <a:schemeClr val="accent1"/>
        </a:buClr>
        <a:buFont typeface="Arial" pitchFamily="34" charset="0"/>
        <a:buChar char="–"/>
        <a:defRPr sz="2000" b="0" kern="120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3pPr>
      <a:lvl4pPr marL="239019" indent="-119510" algn="l" defTabSz="957152" rtl="0" eaLnBrk="1" latinLnBrk="0" hangingPunct="1">
        <a:spcBef>
          <a:spcPts val="190"/>
        </a:spcBef>
        <a:buClr>
          <a:schemeClr val="accent1"/>
        </a:buClr>
        <a:buFont typeface="Arial" pitchFamily="34" charset="0"/>
        <a:buChar char="–"/>
        <a:defRPr sz="2000" b="0" kern="120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4pPr>
      <a:lvl5pPr marL="358530" indent="-119510" algn="l" defTabSz="957152" rtl="0" eaLnBrk="1" latinLnBrk="0" hangingPunct="1">
        <a:spcBef>
          <a:spcPts val="190"/>
        </a:spcBef>
        <a:buClr>
          <a:schemeClr val="accent1"/>
        </a:buClr>
        <a:buFont typeface="Arial" pitchFamily="34" charset="0"/>
        <a:buChar char="–"/>
        <a:defRPr sz="2000" b="0" kern="1200">
          <a:solidFill>
            <a:schemeClr val="tx2"/>
          </a:solidFill>
          <a:latin typeface="Trebuchet MS" panose="020B0603020202020204" pitchFamily="34" charset="0"/>
          <a:ea typeface="+mn-ea"/>
          <a:cs typeface="+mn-cs"/>
        </a:defRPr>
      </a:lvl5pPr>
      <a:lvl6pPr marL="119510" indent="-119510" algn="l" defTabSz="957152" rtl="0" eaLnBrk="1" latinLnBrk="0" hangingPunct="1">
        <a:spcBef>
          <a:spcPts val="568"/>
        </a:spcBef>
        <a:buClr>
          <a:srgbClr val="2D962D"/>
        </a:buClr>
        <a:buFont typeface="Wingdings" pitchFamily="2" charset="2"/>
        <a:buChar char="ü"/>
        <a:defRPr sz="1172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119510" indent="-119510" algn="l" defTabSz="957152" rtl="0" eaLnBrk="1" latinLnBrk="0" hangingPunct="1">
        <a:spcBef>
          <a:spcPts val="568"/>
        </a:spcBef>
        <a:buClr>
          <a:srgbClr val="D60202"/>
        </a:buClr>
        <a:buFont typeface="Wingdings" pitchFamily="2" charset="2"/>
        <a:buChar char="û"/>
        <a:defRPr sz="1172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39019" indent="-119510" algn="l" defTabSz="957152" rtl="0" eaLnBrk="1" latinLnBrk="0" hangingPunct="1">
        <a:spcBef>
          <a:spcPts val="190"/>
        </a:spcBef>
        <a:buClr>
          <a:srgbClr val="2D962D"/>
        </a:buClr>
        <a:buFont typeface="Wingdings" pitchFamily="2" charset="2"/>
        <a:buChar char="ü"/>
        <a:defRPr sz="1172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39019" indent="-119510" algn="l" defTabSz="957152" rtl="0" eaLnBrk="1" latinLnBrk="0" hangingPunct="1">
        <a:spcBef>
          <a:spcPts val="190"/>
        </a:spcBef>
        <a:buClr>
          <a:srgbClr val="D60202"/>
        </a:buClr>
        <a:buFont typeface="Wingdings" pitchFamily="2" charset="2"/>
        <a:buChar char="û"/>
        <a:defRPr sz="1172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152" rtl="0" eaLnBrk="1" latinLnBrk="0" hangingPunct="1">
        <a:defRPr sz="1856" kern="1200">
          <a:solidFill>
            <a:schemeClr val="tx1"/>
          </a:solidFill>
          <a:latin typeface="+mn-lt"/>
          <a:ea typeface="+mn-ea"/>
          <a:cs typeface="+mn-cs"/>
        </a:defRPr>
      </a:lvl1pPr>
      <a:lvl2pPr marL="478577" algn="l" defTabSz="957152" rtl="0" eaLnBrk="1" latinLnBrk="0" hangingPunct="1">
        <a:defRPr sz="1856" kern="1200">
          <a:solidFill>
            <a:schemeClr val="tx1"/>
          </a:solidFill>
          <a:latin typeface="+mn-lt"/>
          <a:ea typeface="+mn-ea"/>
          <a:cs typeface="+mn-cs"/>
        </a:defRPr>
      </a:lvl2pPr>
      <a:lvl3pPr marL="957152" algn="l" defTabSz="957152" rtl="0" eaLnBrk="1" latinLnBrk="0" hangingPunct="1">
        <a:defRPr sz="1856" kern="1200">
          <a:solidFill>
            <a:schemeClr val="tx1"/>
          </a:solidFill>
          <a:latin typeface="+mn-lt"/>
          <a:ea typeface="+mn-ea"/>
          <a:cs typeface="+mn-cs"/>
        </a:defRPr>
      </a:lvl3pPr>
      <a:lvl4pPr marL="1435729" algn="l" defTabSz="957152" rtl="0" eaLnBrk="1" latinLnBrk="0" hangingPunct="1">
        <a:defRPr sz="1856" kern="1200">
          <a:solidFill>
            <a:schemeClr val="tx1"/>
          </a:solidFill>
          <a:latin typeface="+mn-lt"/>
          <a:ea typeface="+mn-ea"/>
          <a:cs typeface="+mn-cs"/>
        </a:defRPr>
      </a:lvl4pPr>
      <a:lvl5pPr marL="1914305" algn="l" defTabSz="957152" rtl="0" eaLnBrk="1" latinLnBrk="0" hangingPunct="1">
        <a:defRPr sz="1856" kern="1200">
          <a:solidFill>
            <a:schemeClr val="tx1"/>
          </a:solidFill>
          <a:latin typeface="+mn-lt"/>
          <a:ea typeface="+mn-ea"/>
          <a:cs typeface="+mn-cs"/>
        </a:defRPr>
      </a:lvl5pPr>
      <a:lvl6pPr marL="2392882" algn="l" defTabSz="957152" rtl="0" eaLnBrk="1" latinLnBrk="0" hangingPunct="1">
        <a:defRPr sz="1856" kern="1200">
          <a:solidFill>
            <a:schemeClr val="tx1"/>
          </a:solidFill>
          <a:latin typeface="+mn-lt"/>
          <a:ea typeface="+mn-ea"/>
          <a:cs typeface="+mn-cs"/>
        </a:defRPr>
      </a:lvl6pPr>
      <a:lvl7pPr marL="2871459" algn="l" defTabSz="957152" rtl="0" eaLnBrk="1" latinLnBrk="0" hangingPunct="1">
        <a:defRPr sz="1856" kern="1200">
          <a:solidFill>
            <a:schemeClr val="tx1"/>
          </a:solidFill>
          <a:latin typeface="+mn-lt"/>
          <a:ea typeface="+mn-ea"/>
          <a:cs typeface="+mn-cs"/>
        </a:defRPr>
      </a:lvl7pPr>
      <a:lvl8pPr marL="3350034" algn="l" defTabSz="957152" rtl="0" eaLnBrk="1" latinLnBrk="0" hangingPunct="1">
        <a:defRPr sz="1856" kern="1200">
          <a:solidFill>
            <a:schemeClr val="tx1"/>
          </a:solidFill>
          <a:latin typeface="+mn-lt"/>
          <a:ea typeface="+mn-ea"/>
          <a:cs typeface="+mn-cs"/>
        </a:defRPr>
      </a:lvl8pPr>
      <a:lvl9pPr marL="3828610" algn="l" defTabSz="957152" rtl="0" eaLnBrk="1" latinLnBrk="0" hangingPunct="1">
        <a:defRPr sz="18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KAYAKALP-SMS3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23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BRU area to BRM2 connecting road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789" y="986216"/>
            <a:ext cx="5060146" cy="52784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2" y="986217"/>
            <a:ext cx="5321108" cy="27849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1" y="3908662"/>
            <a:ext cx="5321109" cy="235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35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FES area</a:t>
            </a:r>
            <a:endParaRPr lang="en-US" dirty="0"/>
          </a:p>
        </p:txBody>
      </p:sp>
      <p:sp>
        <p:nvSpPr>
          <p:cNvPr id="3" name="AutoShape 2" descr="before phot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32" y="1188720"/>
            <a:ext cx="4721799" cy="48593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536" y="1048733"/>
            <a:ext cx="4370070" cy="498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4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FES area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" y="1724298"/>
            <a:ext cx="4284617" cy="45589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220" y="1724298"/>
            <a:ext cx="3706043" cy="464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1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BRU area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1" y="1338943"/>
            <a:ext cx="5499465" cy="49442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233" y="1338943"/>
            <a:ext cx="5904410" cy="494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193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BRU road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17" y="1854925"/>
            <a:ext cx="4593602" cy="36706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711" y="1854925"/>
            <a:ext cx="5239523" cy="367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8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BRU </a:t>
            </a:r>
            <a:r>
              <a:rPr lang="en-US" dirty="0"/>
              <a:t>i</a:t>
            </a:r>
            <a:r>
              <a:rPr lang="en-US" dirty="0" smtClean="0"/>
              <a:t>nternal roads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23" y="1464901"/>
            <a:ext cx="3258851" cy="4330700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39" y="1464902"/>
            <a:ext cx="3657601" cy="4330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787" y="1464901"/>
            <a:ext cx="3646856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43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35" y="173736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41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69" y="1608592"/>
            <a:ext cx="5051554" cy="4330700"/>
          </a:xfrm>
        </p:spPr>
      </p:pic>
    </p:spTree>
    <p:extLst>
      <p:ext uri="{BB962C8B-B14F-4D97-AF65-F5344CB8AC3E}">
        <p14:creationId xmlns:p14="http://schemas.microsoft.com/office/powerpoint/2010/main" val="3717993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96" y="1212623"/>
            <a:ext cx="4083844" cy="4887731"/>
          </a:xfrm>
        </p:spPr>
      </p:pic>
    </p:spTree>
    <p:extLst>
      <p:ext uri="{BB962C8B-B14F-4D97-AF65-F5344CB8AC3E}">
        <p14:creationId xmlns:p14="http://schemas.microsoft.com/office/powerpoint/2010/main" val="4193753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71" y="1283427"/>
            <a:ext cx="5969726" cy="447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993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88" y="1190579"/>
            <a:ext cx="3879872" cy="506865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192" y="1190579"/>
            <a:ext cx="4465517" cy="506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36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09" y="1412458"/>
            <a:ext cx="5564777" cy="4034754"/>
          </a:xfrm>
          <a:prstGeom prst="rect">
            <a:avLst/>
          </a:prstGeom>
        </p:spPr>
      </p:pic>
      <p:sp>
        <p:nvSpPr>
          <p:cNvPr id="5" name="AutoShape 2" descr="blob:https://web.whatsapp.com/cb5da70e-4675-481a-b096-ad8e33b44208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611" y="1412458"/>
            <a:ext cx="5991446" cy="403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537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64" y="1895974"/>
            <a:ext cx="4597055" cy="258458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707" y="1895974"/>
            <a:ext cx="4676503" cy="258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25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36" y="2026411"/>
            <a:ext cx="5116116" cy="31203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594" y="2026411"/>
            <a:ext cx="5750972" cy="312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48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01" y="1071153"/>
            <a:ext cx="5143500" cy="53165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275" y="1071153"/>
            <a:ext cx="4506971" cy="531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89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99" y="1254033"/>
            <a:ext cx="4391841" cy="5133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500" y="1254033"/>
            <a:ext cx="4202975" cy="513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10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35" y="1254034"/>
            <a:ext cx="4293156" cy="50553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254" y="1254035"/>
            <a:ext cx="3987437" cy="505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494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089" y="1191802"/>
            <a:ext cx="3665991" cy="51567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235" y="1191802"/>
            <a:ext cx="3801292" cy="506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50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05" y="1293222"/>
            <a:ext cx="3879668" cy="48724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430" y="1293222"/>
            <a:ext cx="3977640" cy="487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362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FES area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82" y="1203642"/>
            <a:ext cx="3248025" cy="483139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730" y="1203643"/>
            <a:ext cx="3812179" cy="494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835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Billet Yard-2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535" y="1753640"/>
            <a:ext cx="4367349" cy="409421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370" y="1753640"/>
            <a:ext cx="4014654" cy="409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97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Caster 2 area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207" y="1556340"/>
            <a:ext cx="3248025" cy="43307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849" y="1556341"/>
            <a:ext cx="3575957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58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FES Area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06" y="1295082"/>
            <a:ext cx="3695973" cy="492283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979" y="1295082"/>
            <a:ext cx="3903325" cy="492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943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Emergency slag pit area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4" y="1451837"/>
            <a:ext cx="4252318" cy="4818333"/>
          </a:xfrm>
        </p:spPr>
      </p:pic>
    </p:spTree>
    <p:extLst>
      <p:ext uri="{BB962C8B-B14F-4D97-AF65-F5344CB8AC3E}">
        <p14:creationId xmlns:p14="http://schemas.microsoft.com/office/powerpoint/2010/main" val="4043627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Emergency slag pit area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35" y="1373461"/>
            <a:ext cx="4787896" cy="494896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494" y="1373461"/>
            <a:ext cx="5159363" cy="494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05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Emergency slag pit area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87" y="1451838"/>
            <a:ext cx="4709519" cy="492283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154" y="1451838"/>
            <a:ext cx="5177245" cy="492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14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VD area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35" y="1216705"/>
            <a:ext cx="5246745" cy="506652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680" y="1216705"/>
            <a:ext cx="4994366" cy="506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175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VD area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90" y="1295083"/>
            <a:ext cx="4121690" cy="484446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0" y="1295083"/>
            <a:ext cx="3821430" cy="484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269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BRU Area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76" y="1425712"/>
            <a:ext cx="3631678" cy="481833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637" y="1425711"/>
            <a:ext cx="3517175" cy="493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04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4WrD7W4RVekM_yCkLfOI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4WrD7W4RVekM_yCkLfOIw"/>
</p:tagLst>
</file>

<file path=ppt/theme/theme1.xml><?xml version="1.0" encoding="utf-8"?>
<a:theme xmlns:a="http://schemas.openxmlformats.org/drawingml/2006/main" name="new">
  <a:themeElements>
    <a:clrScheme name="Client Templat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F81BD"/>
      </a:accent1>
      <a:accent2>
        <a:srgbClr val="C0504D"/>
      </a:accent2>
      <a:accent3>
        <a:srgbClr val="DB843D"/>
      </a:accent3>
      <a:accent4>
        <a:srgbClr val="89A54E"/>
      </a:accent4>
      <a:accent5>
        <a:srgbClr val="71588F"/>
      </a:accent5>
      <a:accent6>
        <a:srgbClr val="0050A3"/>
      </a:accent6>
      <a:hlink>
        <a:srgbClr val="0050A3"/>
      </a:hlink>
      <a:folHlink>
        <a:srgbClr val="89A54E"/>
      </a:folHlink>
    </a:clrScheme>
    <a:fontScheme name="DB PitchBuilder">
      <a:majorFont>
        <a:latin typeface="Arial"/>
        <a:ea typeface=""/>
        <a:cs typeface=""/>
        <a:font script="Jpan" typeface="MS PGothic"/>
        <a:font script="Hang" typeface="SimHei"/>
        <a:font script="Hans" typeface="SimHei"/>
        <a:font script="Hant" typeface="SimHei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</a:majorFont>
      <a:minorFont>
        <a:latin typeface="Arial"/>
        <a:ea typeface=""/>
        <a:cs typeface=""/>
        <a:font script="Jpan" typeface="MS PGothic"/>
        <a:font script="Hang" typeface="SimHei"/>
        <a:font script="Hans" typeface="SimHei"/>
        <a:font script="Hant" typeface="SimHei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</a:minorFont>
    </a:fontScheme>
    <a:fmtScheme name="DB PitchBuild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0E6E6"/>
        </a:solidFill>
        <a:ln w="12700">
          <a:noFill/>
        </a:ln>
      </a:spPr>
      <a:bodyPr lIns="36000" tIns="36000" rIns="36000" bIns="36000" rtlCol="0" anchor="ctr"/>
      <a:lstStyle>
        <a:defPPr algn="ctr" defTabSz="1442375">
          <a:defRPr sz="800" dirty="0" err="1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0" rIns="36000" bIns="0" rtlCol="0">
        <a:spAutoFit/>
      </a:bodyPr>
      <a:lstStyle>
        <a:defPPr defTabSz="1442375">
          <a:defRPr sz="800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Background White 255,255,255">
      <a:srgbClr val="FFFFFF"/>
    </a:custClr>
    <a:custClr name="Black 0,0,0">
      <a:srgbClr val="000000"/>
    </a:custClr>
    <a:custClr name="Primary Blue 15,47,181">
      <a:srgbClr val="0F2FB5"/>
    </a:custClr>
    <a:custClr name="Amber 255,142,0">
      <a:srgbClr val="FF8E00"/>
    </a:custClr>
    <a:custClr name="Green 45,150,45">
      <a:srgbClr val="2D962D"/>
    </a:custClr>
    <a:custClr name="Red 214,2,2">
      <a:srgbClr val="D60202"/>
    </a:custClr>
    <a:custClr name="Purple 46,4,108">
      <a:srgbClr val="2E046C"/>
    </a:custClr>
    <a:custClr name="DB Bright Blue 0,146,208">
      <a:srgbClr val="0092D0"/>
    </a:custClr>
    <a:custClr name="Tan 141,129,123">
      <a:srgbClr val="8D817B"/>
    </a:custClr>
    <a:custClr name="Mid Grey 132,150,150">
      <a:srgbClr val="849696"/>
    </a:custClr>
    <a:custClr name="Do not use">
      <a:srgbClr val="FFFFFF"/>
    </a:custClr>
    <a:custClr name="Do not use">
      <a:srgbClr val="FFFFFF"/>
    </a:custClr>
    <a:custClr name="75% 75,99,200">
      <a:srgbClr val="4B63C8"/>
    </a:custClr>
    <a:custClr name="75% 255,170,64">
      <a:srgbClr val="FFAA40"/>
    </a:custClr>
    <a:custClr name="75% 98,176,98">
      <a:srgbClr val="62B062"/>
    </a:custClr>
    <a:custClr name="75% 224,65,65">
      <a:srgbClr val="E04141"/>
    </a:custClr>
    <a:custClr name="75% 98,67,145">
      <a:srgbClr val="624391"/>
    </a:custClr>
    <a:custClr name="75% 64,173,220">
      <a:srgbClr val="40ADDC"/>
    </a:custClr>
    <a:custClr name="75% 170,161,156">
      <a:srgbClr val="AAA19C"/>
    </a:custClr>
    <a:custClr name="75% 163,176,184">
      <a:srgbClr val="A3B0B8"/>
    </a:custClr>
    <a:custClr name="Do not use">
      <a:srgbClr val="FFFFFF"/>
    </a:custClr>
    <a:custClr name="Do not use">
      <a:srgbClr val="FFFFFF"/>
    </a:custClr>
    <a:custClr name="50% 135,151,218">
      <a:srgbClr val="8797DA"/>
    </a:custClr>
    <a:custClr name="50% 255,199,128">
      <a:srgbClr val="FFC780"/>
    </a:custClr>
    <a:custClr name="50% 150,203,150">
      <a:srgbClr val="96CB96"/>
    </a:custClr>
    <a:custClr name="50% 235,129,129">
      <a:srgbClr val="EB8181"/>
    </a:custClr>
    <a:custClr name="50% 151,130,182">
      <a:srgbClr val="9782B6"/>
    </a:custClr>
    <a:custClr name="50% 128,201,232">
      <a:srgbClr val="80C9E8"/>
    </a:custClr>
    <a:custClr name="50% 198,192,189">
      <a:srgbClr val="C6C0BD"/>
    </a:custClr>
    <a:custClr name="50% 194,203,208">
      <a:srgbClr val="C2CBD0"/>
    </a:custClr>
    <a:custClr name="Brand use only 10,36,228">
      <a:srgbClr val="0A24E4"/>
    </a:custClr>
    <a:custClr name="Table Shading 224,230,230">
      <a:srgbClr val="E0E6E6"/>
    </a:custClr>
    <a:custClr name="25% 195,203,237">
      <a:srgbClr val="C3CBED"/>
    </a:custClr>
    <a:custClr name="25% 255,227,191">
      <a:srgbClr val="FFE3BF"/>
    </a:custClr>
    <a:custClr name="25% 203,229,203">
      <a:srgbClr val="CBE5CB"/>
    </a:custClr>
    <a:custClr name="25% 245,192,192">
      <a:srgbClr val="F5C0C0"/>
    </a:custClr>
    <a:custClr name="25% 203,192,218">
      <a:srgbClr val="CBC0DA"/>
    </a:custClr>
    <a:custClr name="25% 191,228,243">
      <a:srgbClr val="BFE4F3"/>
    </a:custClr>
    <a:custClr name="25% 227,224,222">
      <a:srgbClr val="E3E0DE"/>
    </a:custClr>
    <a:custClr name="25% 224,229,231">
      <a:srgbClr val="E0E5E7"/>
    </a:custClr>
  </a:custClrLst>
  <a:extLst>
    <a:ext uri="{05A4C25C-085E-4340-85A3-A5531E510DB2}">
      <thm15:themeFamily xmlns:thm15="http://schemas.microsoft.com/office/thememl/2012/main" name="new" id="{8AC42335-5BF5-4F44-BC9A-1A78749677A7}" vid="{832C821F-AA2C-40A3-A581-D73A9C3FEF9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3352</TotalTime>
  <Words>47</Words>
  <Application>Microsoft Office PowerPoint</Application>
  <PresentationFormat>Widescreen</PresentationFormat>
  <Paragraphs>17</Paragraphs>
  <Slides>30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ＭＳ Ｐゴシック</vt:lpstr>
      <vt:lpstr>Arial</vt:lpstr>
      <vt:lpstr>arial unicode ms</vt:lpstr>
      <vt:lpstr>Trebuchet MS</vt:lpstr>
      <vt:lpstr>Verdana</vt:lpstr>
      <vt:lpstr>Wingdings</vt:lpstr>
      <vt:lpstr>new</vt:lpstr>
      <vt:lpstr>think-cell Slide</vt:lpstr>
      <vt:lpstr>KAYAKALP-SMS3</vt:lpstr>
      <vt:lpstr>      BRU area to BRM2 connecting road </vt:lpstr>
      <vt:lpstr> FES area</vt:lpstr>
      <vt:lpstr>FES area</vt:lpstr>
      <vt:lpstr>BRU area</vt:lpstr>
      <vt:lpstr>BRU road</vt:lpstr>
      <vt:lpstr>BRU internal roads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FES area</vt:lpstr>
      <vt:lpstr>Billet Yard-2</vt:lpstr>
      <vt:lpstr>Caster 2 area</vt:lpstr>
      <vt:lpstr>FES Area</vt:lpstr>
      <vt:lpstr>Emergency slag pit area</vt:lpstr>
      <vt:lpstr>Emergency slag pit area</vt:lpstr>
      <vt:lpstr>Emergency slag pit area</vt:lpstr>
      <vt:lpstr>VD area</vt:lpstr>
      <vt:lpstr>VD area</vt:lpstr>
      <vt:lpstr>BRU Area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SMS 3_ HOD Team Visit</dc:title>
  <dc:creator>G Thendral</dc:creator>
  <cp:lastModifiedBy>A Raghavendra Rao</cp:lastModifiedBy>
  <cp:revision>114</cp:revision>
  <dcterms:created xsi:type="dcterms:W3CDTF">2023-06-27T03:43:46Z</dcterms:created>
  <dcterms:modified xsi:type="dcterms:W3CDTF">2026-04-16T11:44:33Z</dcterms:modified>
</cp:coreProperties>
</file>